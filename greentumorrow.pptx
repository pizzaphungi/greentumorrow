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09E81-32FD-4DEE-8A80-8239B9C152E2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75297-640A-4C6B-AFFE-23FE594DE85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02401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75297-640A-4C6B-AFFE-23FE594DE859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37569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75297-640A-4C6B-AFFE-23FE594DE859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14566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601CA-05B7-B05D-48F1-9AABE0D2A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CDAB7-77EF-CEF2-3D8D-64B1ADBA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82D92-5F40-A9D6-3C45-FA2D754C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FF01-763D-4B88-B7CE-823DF4C3AC15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A36A0-4B55-3790-817C-8F43ED890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ED0C6-EAD2-D4E8-84F8-CDEF2E9C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F965B-9DBC-4B63-A77E-AEAF55CFBE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8009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B5CB-B7DC-9A7F-FA98-20569F55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D7522-881D-7D8C-327B-F2BA33FD7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265BD-3B90-604D-3161-6E012BBCE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FF01-763D-4B88-B7CE-823DF4C3AC15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DFB2F-587C-FAE0-0F00-1CB4F627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BCF77-64B3-38D2-1769-E7300705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F965B-9DBC-4B63-A77E-AEAF55CFBE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24275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92D90-96D9-F1F7-151A-34563C7F8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8F7C0-0065-B3F7-04A4-E69AE47CC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D4DE7-C890-BC28-B31E-34398A2B7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FF01-763D-4B88-B7CE-823DF4C3AC15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1E210-9F78-52E0-D666-D4D23FB64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2C05-ACEE-64F8-7599-AACE485F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F965B-9DBC-4B63-A77E-AEAF55CFBE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6377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B8B65-B2E9-8FBD-5D28-5501B551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6E538-D0DA-2F87-7259-BCAA77E5A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E4F8C-BCC7-0F4E-5070-FCE22089E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0D011-AF65-6D67-78D9-3F686B812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FF01-763D-4B88-B7CE-823DF4C3AC15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DCD69-6F76-A670-2316-B9A0A86A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5390B-2413-0394-E4EC-FA44D4A6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F965B-9DBC-4B63-A77E-AEAF55CFBE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399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9CE8D-5225-9CA5-2DF0-E357A09C6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3473D-CDC0-BE03-8C87-64CDB4A36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F4F9A-5F08-0F47-1FB4-E65C0012F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B13CA5-F085-E239-420F-3BDFA14EB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8E5F9-9414-18FA-0B5D-160C944AE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B3F9E7-E673-1FA6-14EE-B35A658B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FF01-763D-4B88-B7CE-823DF4C3AC15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477B1-C2E3-5962-D732-1847E048B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A2054-F57B-2647-393C-B2B012FF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F965B-9DBC-4B63-A77E-AEAF55CFBE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19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645AE-6CF9-C395-4326-CAE49802E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117A31-C196-D8F5-B4AC-E6E68CFBF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FF01-763D-4B88-B7CE-823DF4C3AC15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BB752-9CF1-96F6-6C52-F7322FB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006C2-F568-A841-51EB-A61B0E6D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F965B-9DBC-4B63-A77E-AEAF55CFBE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35483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D5C708-CDF3-0B6F-CE01-80650D4D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FF01-763D-4B88-B7CE-823DF4C3AC15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9A1CA-93F4-EACE-DAB3-D66D492D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8C6C8-9CA3-ADCF-B810-D9AED9F3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F965B-9DBC-4B63-A77E-AEAF55CFBE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22514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9057C-D67C-16E9-950B-120D2C915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D846-5B08-48B2-2F52-144A782AE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7C16F-7B82-BBC5-6A69-D84D6E6A3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328FF-7ED8-1B8E-0CED-8FAE57E3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FF01-763D-4B88-B7CE-823DF4C3AC15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B71BF-62B2-3511-0265-83A65F71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099F2-199A-E75E-0BEA-5F0B3485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F965B-9DBC-4B63-A77E-AEAF55CFBE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97159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47A5C-873D-F384-DD24-F58C3C07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4C6820-67A7-423B-F3B7-845E5AB3F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05747-8DAE-DC77-2672-3DFF0F40B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C73E0-64F5-4840-A601-DDC57E3E8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FF01-763D-4B88-B7CE-823DF4C3AC15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94C7F-B356-DA45-3BF3-2B8FF486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F611E-EA8F-872F-AEDA-15A20B2B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F965B-9DBC-4B63-A77E-AEAF55CFBE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594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8652-EDD6-507B-5410-20BE61F1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A88C4-A18C-375E-CF8E-982E356D4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620A9-9B5E-7318-4C0F-82DC50F4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FF01-763D-4B88-B7CE-823DF4C3AC15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7C5B8-FB75-0191-5AE8-E1D5AEF53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04FB0-F85B-2302-63DF-78EA274D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F965B-9DBC-4B63-A77E-AEAF55CFBE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970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0218D-2951-FD7B-FD96-1C0683A626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A7346-E1C2-EB9C-2F42-0F7C7E65D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36318-3102-8EC6-451F-13D658379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FF01-763D-4B88-B7CE-823DF4C3AC15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9A64A-A9C8-EAE0-76A3-1487890A7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F1882-5191-93D0-7C50-AF50D0CF0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F965B-9DBC-4B63-A77E-AEAF55CFBE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6006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96CB2-A44C-43BF-79D7-7B6A52B57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F95BB-3F73-0BC2-7175-673809519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F6F39-18FA-DBC4-B5E4-91113CA64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81FF01-763D-4B88-B7CE-823DF4C3AC15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A07AB-EF72-B0DC-8FB7-FEFD6B68C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F87B6-D175-85C9-4E07-421C010D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F965B-9DBC-4B63-A77E-AEAF55CFBE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5825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depicts a green arrow pointing towards the future, symbolizing Munich's commitment to sustainability and innovation.&#10;&#10;AI-generated content may be incorrect.">
            <a:extLst>
              <a:ext uri="{FF2B5EF4-FFF2-40B4-BE49-F238E27FC236}">
                <a16:creationId xmlns:a16="http://schemas.microsoft.com/office/drawing/2014/main" id="{E1F14E72-C4A1-F965-4530-44B839AE6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15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01BC-A74E-D3CD-B99C-B274385E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C02D-E6EF-2B97-E43E-4DB7BD27C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 descr="The diagram illustrates a vision where a community-driven future emphasizes sustainability, innovation, and integrity, aiming to accelerate the transition to renewable energy.&#10;&#10;AI-generated content may be incorrect.">
            <a:extLst>
              <a:ext uri="{FF2B5EF4-FFF2-40B4-BE49-F238E27FC236}">
                <a16:creationId xmlns:a16="http://schemas.microsoft.com/office/drawing/2014/main" id="{4E54AC96-47C2-C6B8-9467-4A021FBAF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39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7B8E-E5E7-2A33-C46E-7668886F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6AE80-19E0-DBD0-105A-96E92C795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 descr="The diagram illustrates the network of energy cooperatives, partners, and projects under the BENG eG umbrella, highlighting collaborations and initiatives for sustainable energy solutions.&#10;&#10;AI-generated content may be incorrect.">
            <a:extLst>
              <a:ext uri="{FF2B5EF4-FFF2-40B4-BE49-F238E27FC236}">
                <a16:creationId xmlns:a16="http://schemas.microsoft.com/office/drawing/2014/main" id="{FDA1FC1E-A710-569A-4B1F-A1518EF4B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02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AB76B-5858-3DEF-C07D-AAA0C2C64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82011-BD64-E12C-0392-9A2F46A0B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 descr="The diagram illustrates an educational framework, connecting teaching, research, TUM, innovation, green energy, and community services.&#10;&#10;AI-generated content may be incorrect.">
            <a:extLst>
              <a:ext uri="{FF2B5EF4-FFF2-40B4-BE49-F238E27FC236}">
                <a16:creationId xmlns:a16="http://schemas.microsoft.com/office/drawing/2014/main" id="{3F37076C-C613-22B0-1DF2-545925F17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69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AEA7-29E4-34E9-D4B1-3D02E96C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3FB05-0DF1-A90B-D8F6-9739838D0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 descr="The image illustrates the academic structure of TUM, featuring various majors, topics, and components such as chairs, modules, and teaching formats.&#10;&#10;AI-generated content may be incorrect.">
            <a:extLst>
              <a:ext uri="{FF2B5EF4-FFF2-40B4-BE49-F238E27FC236}">
                <a16:creationId xmlns:a16="http://schemas.microsoft.com/office/drawing/2014/main" id="{59D51472-17BD-18D8-AF10-5A5C209FD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74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0387-F989-D93E-1F76-4D35C8030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CCB59-C128-AA97-0234-F9F1F6897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 descr="The image illustrates an economic framework for energy communities, showing a flow from loans to financing, members' shares, cooperative projects, and resulting in dividends and interest earnings.&#10;&#10;AI-generated content may be incorrect.">
            <a:extLst>
              <a:ext uri="{FF2B5EF4-FFF2-40B4-BE49-F238E27FC236}">
                <a16:creationId xmlns:a16="http://schemas.microsoft.com/office/drawing/2014/main" id="{420A31F8-457B-FAFD-090A-8ABBFC9C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90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B990F-191A-B4E1-C5D1-7E7E27C5AD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5CC13-13C0-B0DA-4DEF-C25D8E005E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 descr="The diagram illustrates an organizational structure, featuring departments such as Research &amp; Acquisition, Education, Engineering, Finance, and Public Relations, alongside various projects under Central Management.&#10;&#10;AI-generated content may be incorrect.">
            <a:extLst>
              <a:ext uri="{FF2B5EF4-FFF2-40B4-BE49-F238E27FC236}">
                <a16:creationId xmlns:a16="http://schemas.microsoft.com/office/drawing/2014/main" id="{95FDB37F-C8E8-59D2-376F-88D32C001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4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B027-75F5-B7D5-6CB8-FF70C0C88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9E7B7-36F5-A73B-4E0D-487B399E3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 descr="Green Tumorrow.&#10;&#10;AI-generated content may be incorrect.">
            <a:extLst>
              <a:ext uri="{FF2B5EF4-FFF2-40B4-BE49-F238E27FC236}">
                <a16:creationId xmlns:a16="http://schemas.microsoft.com/office/drawing/2014/main" id="{370DDEE8-166B-24D0-2B4E-0925F64BA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9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selma gares</dc:creator>
  <cp:lastModifiedBy>selma gares</cp:lastModifiedBy>
  <cp:revision>2</cp:revision>
  <dcterms:created xsi:type="dcterms:W3CDTF">2026-07-22T13:30:18Z</dcterms:created>
  <dcterms:modified xsi:type="dcterms:W3CDTF">2026-07-22T13:36:25Z</dcterms:modified>
</cp:coreProperties>
</file>